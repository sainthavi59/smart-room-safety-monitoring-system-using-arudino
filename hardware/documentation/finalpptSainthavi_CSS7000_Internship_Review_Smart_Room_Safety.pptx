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62" r:id="rId7"/>
    <p:sldId id="263" r:id="rId8"/>
    <p:sldId id="264" r:id="rId9"/>
    <p:sldId id="270" r:id="rId10"/>
    <p:sldId id="265" r:id="rId11"/>
    <p:sldId id="273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sz="1800" b="1">
                <a:latin typeface="Times New Roman" panose="02020603050405020304"/>
              </a:rPr>
              <a:t>Under the Supervision of,</a:t>
            </a:r>
            <a:br>
              <a:rPr sz="1800" b="1">
                <a:latin typeface="Times New Roman" panose="02020603050405020304"/>
              </a:rPr>
            </a:br>
            <a:br>
              <a:rPr sz="1800" b="1">
                <a:latin typeface="Times New Roman" panose="02020603050405020304"/>
              </a:rPr>
            </a:br>
            <a:r>
              <a:rPr sz="1800" b="1">
                <a:latin typeface="Times New Roman" panose="02020603050405020304"/>
              </a:rPr>
              <a:t>Supervisor / Faculty Guide: </a:t>
            </a:r>
            <a:r>
              <a:rPr lang="en-US" sz="1800" b="1">
                <a:latin typeface="Times New Roman" panose="02020603050405020304"/>
              </a:rPr>
              <a:t>Dr Ranjitha P</a:t>
            </a:r>
            <a:br>
              <a:rPr sz="1800" b="1">
                <a:latin typeface="Times New Roman" panose="02020603050405020304"/>
              </a:rPr>
            </a:br>
            <a:r>
              <a:rPr sz="1800" b="1">
                <a:latin typeface="Times New Roman" panose="02020603050405020304"/>
              </a:rPr>
              <a:t>Presidency School of Artificial Intelligence &amp; Advanced Computing</a:t>
            </a:r>
            <a:br>
              <a:rPr sz="1800" b="1">
                <a:latin typeface="Times New Roman" panose="02020603050405020304"/>
              </a:rPr>
            </a:br>
            <a:r>
              <a:rPr sz="1800" b="1">
                <a:latin typeface="Times New Roman" panose="020206030504050203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sz="1700" b="1">
                <a:latin typeface="Times New Roman" panose="02020603050405020304"/>
              </a:rPr>
              <a:t>Name of the Program: B.Tech – Computer Science and Engineering (IoT)</a:t>
            </a:r>
            <a:br>
              <a:rPr sz="1700" b="1">
                <a:latin typeface="Times New Roman" panose="02020603050405020304"/>
              </a:rPr>
            </a:br>
            <a:r>
              <a:rPr sz="1700" b="1">
                <a:latin typeface="Times New Roman" panose="02020603050405020304"/>
              </a:rPr>
              <a:t>Name of the HoD: </a:t>
            </a:r>
            <a:r>
              <a:rPr lang="en-US" sz="1700" b="1">
                <a:latin typeface="Times New Roman" panose="02020603050405020304"/>
              </a:rPr>
              <a:t>Dr Sampath AK</a:t>
            </a:r>
            <a:br>
              <a:rPr sz="1700" b="1">
                <a:latin typeface="Times New Roman" panose="02020603050405020304"/>
              </a:rPr>
            </a:br>
            <a:r>
              <a:rPr sz="1700" b="1">
                <a:latin typeface="Times New Roman" panose="02020603050405020304"/>
              </a:rPr>
              <a:t>Name of the Program Internship Coordinator: </a:t>
            </a:r>
            <a:r>
              <a:rPr lang="en-US" altLang="en-US" sz="1700" b="1">
                <a:latin typeface="Times New Roman" panose="02020603050405020304"/>
              </a:rPr>
              <a:t>Mr.Francis Vijaykumar Annareddy</a:t>
            </a:r>
            <a:endParaRPr lang="en-US" altLang="en-US" sz="1700" b="1">
              <a:latin typeface="Times New Roman" panose="020206030504050203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sz="1700" b="1">
                <a:latin typeface="Times New Roman" panose="02020603050405020304"/>
              </a:rPr>
              <a:t>Name of the School Internship Coordinator: Dr. Geetha Arjunan</a:t>
            </a:r>
            <a:br>
              <a:rPr sz="1700" b="1">
                <a:latin typeface="Times New Roman" panose="02020603050405020304"/>
              </a:rPr>
            </a:br>
            <a:endParaRPr sz="1700" b="1">
              <a:latin typeface="Times New Roman" panose="020206030504050203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sz="2200" b="1">
                <a:latin typeface="Times New Roman" panose="02020603050405020304"/>
              </a:rPr>
              <a:t>CSS7000 - INTERNSHIP</a:t>
            </a:r>
            <a:br>
              <a:rPr sz="2200" b="1">
                <a:latin typeface="Times New Roman" panose="02020603050405020304"/>
              </a:rPr>
            </a:br>
            <a:r>
              <a:rPr sz="2200" b="1">
                <a:latin typeface="Times New Roman" panose="02020603050405020304"/>
              </a:rPr>
              <a:t>Review - Presentation</a:t>
            </a:r>
            <a:br>
              <a:rPr sz="2200" b="1">
                <a:latin typeface="Times New Roman" panose="02020603050405020304"/>
              </a:rPr>
            </a:br>
            <a:r>
              <a:rPr sz="2200" b="1">
                <a:latin typeface="Times New Roman" panose="02020603050405020304"/>
              </a:rPr>
              <a:t>SMART ROOM SAFETY MONITORING SYSTEM USING ARDUINO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S. SAINTHAVI</a:t>
                      </a:r>
                      <a:endParaRPr lang="en-US" b="1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0241CIT0159</a:t>
                      </a:r>
                      <a:endParaRPr lang="en-US" b="1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5CIT03</a:t>
                      </a:r>
                      <a:endParaRPr lang="en-US" b="1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sz="2800" b="1">
                <a:latin typeface="Times New Roman" panose="02020603050405020304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  <a:defRPr sz="2100">
                <a:latin typeface="Times New Roman" panose="02020603050405020304"/>
              </a:defRPr>
            </a:pPr>
            <a:r>
              <a:rPr sz="2100">
                <a:latin typeface="Times New Roman" panose="02020603050405020304"/>
              </a:rPr>
              <a:t>About the Organization / Academic Context</a:t>
            </a:r>
            <a:endParaRPr sz="21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2100">
                <a:latin typeface="Times New Roman" panose="02020603050405020304"/>
              </a:defRPr>
            </a:pPr>
            <a:r>
              <a:rPr sz="2100">
                <a:latin typeface="Times New Roman" panose="02020603050405020304"/>
              </a:rPr>
              <a:t>Working Domain and Technology</a:t>
            </a:r>
            <a:endParaRPr sz="21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2100">
                <a:latin typeface="Times New Roman" panose="02020603050405020304"/>
              </a:defRPr>
            </a:pPr>
            <a:r>
              <a:rPr sz="2100">
                <a:latin typeface="Times New Roman" panose="02020603050405020304"/>
              </a:rPr>
              <a:t>Team and Reporting Structure</a:t>
            </a:r>
            <a:endParaRPr sz="21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2100">
                <a:latin typeface="Times New Roman" panose="02020603050405020304"/>
              </a:defRPr>
            </a:pPr>
            <a:r>
              <a:rPr sz="2100">
                <a:latin typeface="Times New Roman" panose="02020603050405020304"/>
              </a:rPr>
              <a:t>Challenges Faced During Project Development</a:t>
            </a:r>
            <a:endParaRPr sz="21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2100">
                <a:latin typeface="Times New Roman" panose="02020603050405020304"/>
              </a:defRPr>
            </a:pPr>
            <a:r>
              <a:rPr sz="2100">
                <a:latin typeface="Times New Roman" panose="02020603050405020304"/>
              </a:rPr>
              <a:t>Objectives of the Work</a:t>
            </a:r>
            <a:endParaRPr sz="21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2100">
                <a:latin typeface="Times New Roman" panose="02020603050405020304"/>
              </a:defRPr>
            </a:pPr>
            <a:r>
              <a:rPr sz="2100">
                <a:latin typeface="Times New Roman" panose="02020603050405020304"/>
              </a:rPr>
              <a:t>Project Roadmap</a:t>
            </a:r>
            <a:endParaRPr sz="21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2100">
                <a:latin typeface="Times New Roman" panose="02020603050405020304"/>
              </a:defRPr>
            </a:pPr>
            <a:r>
              <a:rPr sz="2100">
                <a:latin typeface="Times New Roman" panose="02020603050405020304"/>
              </a:rPr>
              <a:t>GitHub Repository</a:t>
            </a:r>
            <a:endParaRPr sz="21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sz="3000" b="1">
                <a:latin typeface="Times New Roman" panose="02020603050405020304"/>
              </a:rPr>
              <a:t>About Company or Organization</a:t>
            </a:r>
            <a:endParaRPr sz="3000" b="1"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latin typeface="Times New Roman" panose="02020603050405020304"/>
              </a:defRPr>
            </a:pPr>
            <a:r>
              <a:rPr sz="1800">
                <a:latin typeface="Times New Roman" panose="02020603050405020304"/>
              </a:rPr>
              <a:t>Presidency University, Bengaluru</a:t>
            </a:r>
            <a:endParaRPr sz="18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latin typeface="Times New Roman" panose="02020603050405020304"/>
              </a:defRPr>
            </a:pPr>
            <a:r>
              <a:rPr sz="1800">
                <a:latin typeface="Times New Roman" panose="02020603050405020304"/>
              </a:rPr>
              <a:t>School: Presidency School of Artificial Intelligence &amp; Advanced Computing</a:t>
            </a:r>
            <a:endParaRPr sz="18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latin typeface="Times New Roman" panose="02020603050405020304"/>
              </a:defRPr>
            </a:pPr>
            <a:r>
              <a:rPr sz="1800">
                <a:latin typeface="Times New Roman" panose="02020603050405020304"/>
              </a:rPr>
              <a:t>Program: B.Tech – Computer Science and Engineering (IoT)</a:t>
            </a:r>
            <a:endParaRPr sz="18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latin typeface="Times New Roman" panose="02020603050405020304"/>
              </a:defRPr>
            </a:pPr>
            <a:r>
              <a:rPr sz="1800">
                <a:latin typeface="Times New Roman" panose="02020603050405020304"/>
              </a:rPr>
              <a:t>Project context: Academic engineering project focused on practical IoT and embedded-system safety monitoring.</a:t>
            </a:r>
            <a:endParaRPr sz="18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latin typeface="Times New Roman" panose="02020603050405020304"/>
              </a:defRPr>
            </a:pPr>
            <a:r>
              <a:rPr sz="1800">
                <a:latin typeface="Times New Roman" panose="02020603050405020304"/>
              </a:rPr>
              <a:t>The project combines sensors, Arduino-based processing, visual indicators and an audible alarm to demonstrate a low-cost indoor safety solution.</a:t>
            </a:r>
            <a:endParaRPr sz="18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latin typeface="Times New Roman" panose="02020603050405020304"/>
              </a:defRPr>
            </a:pPr>
            <a:r>
              <a:rPr sz="1800">
                <a:latin typeface="Times New Roman" panose="02020603050405020304"/>
              </a:rPr>
              <a:t>Company/client-specific products and clients are not applicable to this academic project.</a:t>
            </a:r>
            <a:endParaRPr sz="1800">
              <a:latin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sz="3000" b="1">
                <a:latin typeface="Times New Roman" panose="02020603050405020304"/>
              </a:rPr>
              <a:t>Working Domain / Technology</a:t>
            </a:r>
            <a:endParaRPr sz="3000" b="1"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Domain: Internet of Things (IoT), Embedded Systems and Safety Monitoring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Controller: Arduino Uno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Sensors: DHT22 (temperature/humidity), MQ gas sensor, HC-SR04 ultrasonic sensor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Outputs: Green, Yellow and Red LEDs + Piezo buzzer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Programming: Embedded C/C++ using Arduino IDE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Simulation: Tinkercad for circuit design and initial validation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Core logic: Continuous sensing → threshold comparison → priority-based alert generation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Safety thresholds: Gas &gt; 450; Temperature &gt; 35°C; Distance &lt; 15 cm</a:t>
            </a:r>
            <a:endParaRPr sz="1700">
              <a:latin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sz="2900" b="1">
                <a:latin typeface="Times New Roman" panose="02020603050405020304"/>
              </a:rPr>
              <a:t>About the Team and Reporting Structure</a:t>
            </a:r>
            <a:endParaRPr sz="2900" b="1"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Project Team</a:t>
            </a:r>
            <a:endParaRPr sz="1700">
              <a:latin typeface="Times New Roman" panose="02020603050405020304"/>
            </a:endParaRPr>
          </a:p>
          <a:p>
            <a:pPr lvl="1">
              <a:lnSpc>
                <a:spcPct val="105000"/>
              </a:lnSpc>
              <a:spcAft>
                <a:spcPts val="800"/>
              </a:spcAft>
              <a:defRPr sz="1600">
                <a:latin typeface="Times New Roman" panose="02020603050405020304"/>
              </a:defRPr>
            </a:pPr>
            <a:r>
              <a:rPr sz="1600">
                <a:latin typeface="Times New Roman" panose="02020603050405020304"/>
              </a:rPr>
              <a:t>S. Sainthavi — 20241CIT0159</a:t>
            </a:r>
            <a:endParaRPr sz="1600">
              <a:latin typeface="Times New Roman" panose="02020603050405020304"/>
            </a:endParaRPr>
          </a:p>
          <a:p>
            <a:pPr lvl="1">
              <a:lnSpc>
                <a:spcPct val="105000"/>
              </a:lnSpc>
              <a:spcAft>
                <a:spcPts val="800"/>
              </a:spcAft>
              <a:defRPr sz="1600">
                <a:latin typeface="Times New Roman" panose="02020603050405020304"/>
              </a:defRPr>
            </a:pPr>
            <a:r>
              <a:rPr sz="1600">
                <a:latin typeface="Times New Roman" panose="02020603050405020304"/>
              </a:rPr>
              <a:t>Chethana R</a:t>
            </a:r>
            <a:endParaRPr sz="1600">
              <a:latin typeface="Times New Roman" panose="02020603050405020304"/>
            </a:endParaRPr>
          </a:p>
          <a:p>
            <a:pPr lvl="1">
              <a:lnSpc>
                <a:spcPct val="105000"/>
              </a:lnSpc>
              <a:spcAft>
                <a:spcPts val="800"/>
              </a:spcAft>
              <a:defRPr sz="1600">
                <a:latin typeface="Times New Roman" panose="02020603050405020304"/>
              </a:defRPr>
            </a:pPr>
            <a:r>
              <a:rPr sz="1600">
                <a:latin typeface="Times New Roman" panose="02020603050405020304"/>
              </a:rPr>
              <a:t>Yashika Naik</a:t>
            </a:r>
            <a:endParaRPr sz="1600">
              <a:latin typeface="Times New Roman" panose="02020603050405020304"/>
            </a:endParaRPr>
          </a:p>
          <a:p>
            <a:pPr lvl="1">
              <a:lnSpc>
                <a:spcPct val="105000"/>
              </a:lnSpc>
              <a:spcAft>
                <a:spcPts val="800"/>
              </a:spcAft>
              <a:defRPr sz="1600">
                <a:latin typeface="Times New Roman" panose="02020603050405020304"/>
              </a:defRPr>
            </a:pPr>
            <a:r>
              <a:rPr sz="1600">
                <a:latin typeface="Times New Roman" panose="02020603050405020304"/>
              </a:rPr>
              <a:t>Tharani Pothineni</a:t>
            </a:r>
            <a:endParaRPr sz="16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Working focus: sensor integration, Arduino programming, simulation, hardware testing and documentation.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Faculty Supervisor / Reporting Manager: To be updated (not specified in the supplied project material).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School Internship Coordinator: Dr. Geetha Arjunan</a:t>
            </a:r>
            <a:endParaRPr sz="1700">
              <a:latin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sz="2900" b="1">
                <a:latin typeface="Times New Roman" panose="02020603050405020304"/>
              </a:rPr>
              <a:t>Challenges Faced During Project Development</a:t>
            </a:r>
            <a:endParaRPr sz="2900" b="1"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Integrating multiple sensors and output devices with limited Arduino I/O resources.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Calibrating practical threshold values for gas, temperature and proximity alerts.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Handling sensor-reading errors, including invalid DHT22 readings.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Maintaining stable ultrasonic distance measurements and avoiding false proximity alerts.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Designing a clear priority order when more than one safety condition could occur.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Validating the design in simulation before moving to hardware testing.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Testing normal, gas-leak, high-temperature and proximity conditions systematically.</a:t>
            </a:r>
            <a:endParaRPr sz="1700">
              <a:latin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overall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4005" y="203835"/>
            <a:ext cx="5801995" cy="55213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  <p:pic>
        <p:nvPicPr>
          <p:cNvPr id="7" name="Picture 6" descr="obsatc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45" y="271145"/>
            <a:ext cx="4681855" cy="2839720"/>
          </a:xfrm>
          <a:prstGeom prst="rect">
            <a:avLst/>
          </a:prstGeom>
        </p:spPr>
      </p:pic>
      <p:pic>
        <p:nvPicPr>
          <p:cNvPr id="8" name="Picture 7" descr="non obsta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 flipV="1">
            <a:off x="6671945" y="3257550"/>
            <a:ext cx="4888230" cy="2378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sz="3000" b="1">
                <a:latin typeface="Times New Roman" panose="02020603050405020304"/>
              </a:rPr>
              <a:t>Objectives of the Work</a:t>
            </a:r>
            <a:endParaRPr sz="3000" b="1"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Develop a low-cost indoor safety monitoring system using Arduino.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Monitor temperature and humidity using DHT22.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Detect gas leakage using an MQ-series gas sensor.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Detect objects entering a defined proximity zone using HC-SR04.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Provide immediate visual and audio alerts for unsafe conditions.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Implement a priority-based decision-making algorithm.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Validate the system through Tinkercad simulation and hardware testing.</a:t>
            </a:r>
            <a:endParaRPr sz="1700">
              <a:latin typeface="Times New Roman" panose="02020603050405020304"/>
            </a:endParaRP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latin typeface="Times New Roman" panose="02020603050405020304"/>
              </a:defRPr>
            </a:pPr>
            <a:r>
              <a:rPr sz="1700">
                <a:latin typeface="Times New Roman" panose="02020603050405020304"/>
              </a:rPr>
              <a:t>Create a documented, reusable IoT project suitable for future cloud/mobile expansion.</a:t>
            </a:r>
            <a:endParaRPr sz="1700">
              <a:latin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sz="3335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I CONTRIBUTED IN THIS INTERNSHIP</a:t>
            </a:r>
            <a:endParaRPr lang="en-US" altLang="en-US" sz="3335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I initiated the project by selecting the project title and contributed to the planning and organization of the required components. I was actively involved in arranging the hardware components and developing creative ideas to improve the project's presentation and functionality. I also contributed ideas for additional features and improvements that could make the system more innovative and practical. Along with the team, I participated in the development, testing, and documentation of the project.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I independently developed an AI-based chatbot using NLP, and many other  with the project details and implementation available through the GitHub link provided.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sz="3000" b="1">
                <a:latin typeface="Times New Roman" panose="02020603050405020304"/>
              </a:rPr>
              <a:t>GitHub Link</a:t>
            </a:r>
            <a:endParaRPr sz="3000" b="1">
              <a:latin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" y="1508760"/>
            <a:ext cx="9536430" cy="1753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latin typeface="Times New Roman" panose="02020603050405020304"/>
              </a:defRPr>
            </a:pPr>
            <a:r>
              <a:t>Smart Room Safety Monitoring System Using Arduino</a:t>
            </a:r>
          </a:p>
          <a:p>
            <a:pPr algn="l">
              <a:defRPr sz="1800" u="sng">
                <a:solidFill>
                  <a:srgbClr val="0066CC"/>
                </a:solidFill>
                <a:latin typeface="Times New Roman" panose="02020603050405020304"/>
              </a:defRPr>
            </a:pPr>
            <a:r>
              <a:rPr lang="en-US" altLang="en-US"/>
              <a:t>https://github.com/SAINTHAVI59/smart-room-safety-monitoring-system-using-arudino</a:t>
            </a:r>
            <a:endParaRPr lang="en-US" altLang="en-US"/>
          </a:p>
          <a:p>
            <a:pPr algn="l">
              <a:spcBef>
                <a:spcPts val="1800"/>
              </a:spcBef>
              <a:defRPr sz="1800">
                <a:latin typeface="Times New Roman" panose="02020603050405020304"/>
              </a:defRPr>
            </a:pPr>
            <a:r>
              <a:t>Repository includes Arduino source code, hardware documentation, project report, simulation details, </a:t>
            </a:r>
          </a:p>
          <a:p>
            <a:pPr algn="l">
              <a:spcBef>
                <a:spcPts val="1800"/>
              </a:spcBef>
              <a:defRPr sz="1800">
                <a:latin typeface="Times New Roman" panose="02020603050405020304"/>
              </a:defRPr>
            </a:pPr>
            <a:r>
              <a:t>test results and project assets.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sz="4000" b="1">
                <a:solidFill>
                  <a:schemeClr val="bg1"/>
                </a:solidFill>
                <a:latin typeface="Times New Roman" panose="02020603050405020304"/>
              </a:rPr>
              <a:t>Q&amp;A</a:t>
            </a:r>
            <a:endParaRPr lang="en-US" sz="4000" b="1" dirty="0">
              <a:solidFill>
                <a:schemeClr val="bg1"/>
              </a:solidFill>
              <a:latin typeface="Times New Roman" panose="02020603050405020304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sz="4000" b="1">
                <a:latin typeface="Times New Roman" panose="02020603050405020304"/>
              </a:rPr>
              <a:t>Thank you !!</a:t>
            </a:r>
            <a:endParaRPr sz="4000" b="1">
              <a:latin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4303</Words>
  <Application>WPS Presentation</Application>
  <PresentationFormat>Widescreen</PresentationFormat>
  <Paragraphs>127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Times New Roman</vt:lpstr>
      <vt:lpstr>Cambria</vt:lpstr>
      <vt:lpstr>Verdana</vt:lpstr>
      <vt:lpstr>Times New Roman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Company or Organization</vt:lpstr>
      <vt:lpstr>Working Domain / Technology</vt:lpstr>
      <vt:lpstr>About the Team and Reporting Structure</vt:lpstr>
      <vt:lpstr>Challenges Faced During Project Development</vt:lpstr>
      <vt:lpstr>PowerPoint 演示文稿</vt:lpstr>
      <vt:lpstr>Objectives of the Work</vt:lpstr>
      <vt:lpstr>PowerPoint 演示文稿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Sanjana K 23D3048</cp:lastModifiedBy>
  <cp:revision>721</cp:revision>
  <dcterms:created xsi:type="dcterms:W3CDTF">2022-10-14T07:18:00Z</dcterms:created>
  <dcterms:modified xsi:type="dcterms:W3CDTF">2026-08-19T17:50:47Z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F5FEA75CB4B04B73A8EF61FE17F2E315_13</vt:lpwstr>
  </property>
</Properties>
</file>